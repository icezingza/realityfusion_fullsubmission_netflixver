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5f3048f44946ca" /><Relationship Type="http://schemas.openxmlformats.org/officeDocument/2006/relationships/extended-properties" Target="/docProps/app.xml" Id="R2b6782d39a844d14" /><Relationship Type="http://schemas.openxmlformats.org/officeDocument/2006/relationships/officeDocument" Target="/ppt/presentation.xml" Id="R00f9b694790b49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bd63529ef4415b"/>
  </p:sldMasterIdLst>
  <p:notesMasterIdLst>
    <p:notesMasterId xmlns:r="http://schemas.openxmlformats.org/officeDocument/2006/relationships" r:id="R9dae88e632084fa5"/>
  </p:notesMasterIdLst>
  <p:sldIdLst>
    <p:sldId xmlns:r="http://schemas.openxmlformats.org/officeDocument/2006/relationships" id="256" r:id="R172b265a55d64f30"/>
    <p:sldId xmlns:r="http://schemas.openxmlformats.org/officeDocument/2006/relationships" id="257" r:id="Rad4dc95e2bf24e79"/>
    <p:sldId xmlns:r="http://schemas.openxmlformats.org/officeDocument/2006/relationships" id="258" r:id="R147dca750c024b3b"/>
    <p:sldId xmlns:r="http://schemas.openxmlformats.org/officeDocument/2006/relationships" id="259" r:id="Rc82b221f8efc4575"/>
    <p:sldId xmlns:r="http://schemas.openxmlformats.org/officeDocument/2006/relationships" id="260" r:id="R544a005d71eb4a87"/>
    <p:sldId xmlns:r="http://schemas.openxmlformats.org/officeDocument/2006/relationships" id="261" r:id="Ra651922e82ad4ac6"/>
    <p:sldId xmlns:r="http://schemas.openxmlformats.org/officeDocument/2006/relationships" id="262" r:id="R5f4d0f5441b54a40"/>
    <p:sldId xmlns:r="http://schemas.openxmlformats.org/officeDocument/2006/relationships" id="263" r:id="R9f0826bfbe814cd0"/>
    <p:sldId xmlns:r="http://schemas.openxmlformats.org/officeDocument/2006/relationships" id="264" r:id="R9c5e570e26774e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dba9ea1983478f" /><Relationship Type="http://schemas.openxmlformats.org/officeDocument/2006/relationships/slideMaster" Target="/ppt/slideMasters/slideMaster1.xml" Id="R53bd63529ef4415b" /><Relationship Type="http://schemas.openxmlformats.org/officeDocument/2006/relationships/notesMaster" Target="/ppt/notesMasters/notesMaster1.xml" Id="R9dae88e632084fa5" /><Relationship Type="http://schemas.openxmlformats.org/officeDocument/2006/relationships/presProps" Target="/ppt/presProps.xml" Id="R504225276ba748a2" /><Relationship Type="http://schemas.openxmlformats.org/officeDocument/2006/relationships/tableStyles" Target="/ppt/tableStyles.xml" Id="Rc54eab720e5f470a" /><Relationship Type="http://schemas.openxmlformats.org/officeDocument/2006/relationships/slide" Target="/ppt/slides/slide1.xml" Id="R172b265a55d64f30" /><Relationship Type="http://schemas.openxmlformats.org/officeDocument/2006/relationships/slide" Target="/ppt/slides/slide2.xml" Id="Rad4dc95e2bf24e79" /><Relationship Type="http://schemas.openxmlformats.org/officeDocument/2006/relationships/slide" Target="/ppt/slides/slide3.xml" Id="R147dca750c024b3b" /><Relationship Type="http://schemas.openxmlformats.org/officeDocument/2006/relationships/slide" Target="/ppt/slides/slide4.xml" Id="Rc82b221f8efc4575" /><Relationship Type="http://schemas.openxmlformats.org/officeDocument/2006/relationships/slide" Target="/ppt/slides/slide5.xml" Id="R544a005d71eb4a87" /><Relationship Type="http://schemas.openxmlformats.org/officeDocument/2006/relationships/slide" Target="/ppt/slides/slide6.xml" Id="Ra651922e82ad4ac6" /><Relationship Type="http://schemas.openxmlformats.org/officeDocument/2006/relationships/slide" Target="/ppt/slides/slide7.xml" Id="R5f4d0f5441b54a40" /><Relationship Type="http://schemas.openxmlformats.org/officeDocument/2006/relationships/slide" Target="/ppt/slides/slide8.xml" Id="R9f0826bfbe814cd0" /><Relationship Type="http://schemas.openxmlformats.org/officeDocument/2006/relationships/slide" Target="/ppt/slides/slide9.xml" Id="R9c5e570e26774e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843fded5014e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da452407554676" /><Relationship Type="http://schemas.openxmlformats.org/officeDocument/2006/relationships/notesMaster" Target="/ppt/notesMasters/notesMaster1.xml" Id="Rb960717ef5d543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6a777bfaef4f4c" /><Relationship Type="http://schemas.openxmlformats.org/officeDocument/2006/relationships/notesMaster" Target="/ppt/notesMasters/notesMaster1.xml" Id="R340fef11bace4c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0dd45d1dfe4d3b" /><Relationship Type="http://schemas.openxmlformats.org/officeDocument/2006/relationships/notesMaster" Target="/ppt/notesMasters/notesMaster1.xml" Id="R2710459116a94c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26672f56d3496a" /><Relationship Type="http://schemas.openxmlformats.org/officeDocument/2006/relationships/notesMaster" Target="/ppt/notesMasters/notesMaster1.xml" Id="Ra44a4ce1f0874b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6e676e6bcb4552" /><Relationship Type="http://schemas.openxmlformats.org/officeDocument/2006/relationships/notesMaster" Target="/ppt/notesMasters/notesMaster1.xml" Id="R8179d71498064a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7cc336be084ea7" /><Relationship Type="http://schemas.openxmlformats.org/officeDocument/2006/relationships/notesMaster" Target="/ppt/notesMasters/notesMaster1.xml" Id="R7c3e5819dfa94d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9c96259efe4899" /><Relationship Type="http://schemas.openxmlformats.org/officeDocument/2006/relationships/notesMaster" Target="/ppt/notesMasters/notesMaster1.xml" Id="R5c4497a89d7f46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f7bb3792134bfc" /><Relationship Type="http://schemas.openxmlformats.org/officeDocument/2006/relationships/notesMaster" Target="/ppt/notesMasters/notesMaster1.xml" Id="R91f91daa32a649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85caea6d424c8f" /><Relationship Type="http://schemas.openxmlformats.org/officeDocument/2006/relationships/notesMaster" Target="/ppt/notesMasters/notesMaster1.xml" Id="Rdf9a766ebbb146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5f23b1183c40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ae85250fca4e11" /><Relationship Type="http://schemas.openxmlformats.org/officeDocument/2006/relationships/slideLayout" Target="/ppt/slideLayouts/slideLayout1.xml" Id="Rff4d13656bcb4b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4d13656bcb4b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596ba8c5d40ae" /><Relationship Type="http://schemas.openxmlformats.org/officeDocument/2006/relationships/image" Target="/ppt/media/image.png" Id="R591bf0f508f145a6" /><Relationship Type="http://schemas.openxmlformats.org/officeDocument/2006/relationships/notesSlide" Target="/ppt/notesSlides/notesSlide1.xml" Id="R01cdc19af0434b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dd65fbd8a421a" /><Relationship Type="http://schemas.openxmlformats.org/officeDocument/2006/relationships/notesSlide" Target="/ppt/notesSlides/notesSlide2.xml" Id="R662cf241a9c244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bf5350189490c" /><Relationship Type="http://schemas.openxmlformats.org/officeDocument/2006/relationships/notesSlide" Target="/ppt/notesSlides/notesSlide3.xml" Id="Rf545e276db504e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b5a5b70ed4618" /><Relationship Type="http://schemas.openxmlformats.org/officeDocument/2006/relationships/image" Target="/ppt/media/image2.png" Id="R71a3031932dd43a1" /><Relationship Type="http://schemas.openxmlformats.org/officeDocument/2006/relationships/notesSlide" Target="/ppt/notesSlides/notesSlide4.xml" Id="Rfd31c42a49fe42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8b5225109408e" /><Relationship Type="http://schemas.openxmlformats.org/officeDocument/2006/relationships/notesSlide" Target="/ppt/notesSlides/notesSlide5.xml" Id="R43ca47baf0a043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e89aa05a24ebf" /><Relationship Type="http://schemas.openxmlformats.org/officeDocument/2006/relationships/notesSlide" Target="/ppt/notesSlides/notesSlide6.xml" Id="Ra5e6ecf9f31340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b89135bb74c68" /><Relationship Type="http://schemas.openxmlformats.org/officeDocument/2006/relationships/notesSlide" Target="/ppt/notesSlides/notesSlide7.xml" Id="R552eb37c75e342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507fbf64a403a" /><Relationship Type="http://schemas.openxmlformats.org/officeDocument/2006/relationships/notesSlide" Target="/ppt/notesSlides/notesSlide8.xml" Id="R863d55db855941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5c3053f254057" /><Relationship Type="http://schemas.openxmlformats.org/officeDocument/2006/relationships/notesSlide" Target="/ppt/notesSlides/notesSlide9.xml" Id="Rbf6b1d76bef2426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bf0f508f145a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2E7C0-7B2C-439F-90C1-2104B6EA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F4BD6-3E5D-49C0-8E25-0C5A9266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79FBA-C848-4722-BA4F-6CCEE23D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D7A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9D7AF"/>
                </a:solidFill>
                <a:latin typeface="Arial"/>
                <a:ea typeface="Arial"/>
                <a:cs typeface="Arial"/>
              </a:rPr>
              <a:t>LIMITED SERIES  /  5 EPISODES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CD8B0-DB99-443A-85CC-1FE3FF0E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REALITY</a:t>
            </a:r>
          </a:p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35CBE-3DDB-49D7-87C5-2E02362D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9D7A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9D7AF"/>
                </a:solidFill>
                <a:latin typeface="Arial"/>
                <a:ea typeface="Arial"/>
                <a:cs typeface="Arial"/>
              </a:rPr>
              <a:t>Heart at the End of the World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BC58A-A7F7-47C1-A873-EE2DB96E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274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science-fiction drama about accountable knowledge.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50FE3-0D3C-4567-ACF6-82D4E890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Created by Kanin Raksaraj (Khru Ba Ice)</a:t>
            </a:r>
          </a:p>
        </p:txBody>
      </p:sp>
    </p:spTree>
    <p:extLst>
      <p:ext uri="{BB962C8B-B14F-4D97-AF65-F5344CB8AC3E}">
        <p14:creationId xmlns:p14="http://schemas.microsoft.com/office/powerpoint/2010/main" val="835911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B3AED-C872-4D94-B0F5-B2C75E8B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AA5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8AA52"/>
                </a:solidFill>
                <a:latin typeface="Arial"/>
                <a:ea typeface="Arial"/>
                <a:cs typeface="Arial"/>
              </a:rPr>
              <a:t>THE HOOK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38EC9-3EBE-4782-BC6A-D8342C74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121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 machine learns that</a:t>
            </a:r>
          </a:p>
          <a:p xmlns:a="http://schemas.openxmlformats.org/drawingml/2006/main">
            <a:pPr algn="l"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certainty can be dangerous.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FB27E-2F69-4CDB-9BDE-A80026D9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8545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545E"/>
                </a:solidFill>
                <a:latin typeface="Arial"/>
                <a:ea typeface="Arial"/>
                <a:cs typeface="Arial"/>
              </a:rPr>
              <a:t>A human-scale story about memory, ethics, and who gets to be believed.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2E7A8-5036-4C03-B35F-FE3E2C4F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8545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8545E"/>
                </a:solidFill>
                <a:latin typeface="Arial"/>
                <a:ea typeface="Arial"/>
                <a:cs typeface="Arial"/>
              </a:rPr>
              <a:t>REALITY FUSION  /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4173B-0787-456D-B472-92BEE3E2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9850"/>
            <a:ext cx="3619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DA911-6F8E-4EB3-9FD5-55938D2F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5143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When a damaged manuscript is unclear, NaMo chooses the most probable word — and reverses the meaning of a teaching.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DD570-3E10-4FD9-8E36-1A844667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90850"/>
            <a:ext cx="2905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47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Her teacher does not punish the mistake. He teaches her to show the uncertainty.</a:t>
            </a:r>
          </a:p>
        </p:txBody>
      </p:sp>
    </p:spTree>
    <p:extLst>
      <p:ext uri="{BB962C8B-B14F-4D97-AF65-F5344CB8AC3E}">
        <p14:creationId xmlns:p14="http://schemas.microsoft.com/office/powerpoint/2010/main" val="6240174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9FD19-B468-4BE2-AA4B-793D48C5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AA5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8AA52"/>
                </a:solidFill>
                <a:latin typeface="Arial"/>
                <a:ea typeface="Arial"/>
                <a:cs typeface="Arial"/>
              </a:rPr>
              <a:t>THE SERIES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A00AB-9E5C-42F1-9168-7A28A948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121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Five episodes.</a:t>
            </a:r>
          </a:p>
          <a:p xmlns:a="http://schemas.openxmlformats.org/drawingml/2006/main">
            <a:pPr algn="l"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One ethical inheritance.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9CB0D-31F2-4575-9FA5-EF8EF993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26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8545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545E"/>
                </a:solidFill>
                <a:latin typeface="Arial"/>
                <a:ea typeface="Arial"/>
                <a:cs typeface="Arial"/>
              </a:rPr>
              <a:t>The scale expands from a temple archive to a damaged future — without losing the human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B25B3-035B-4E82-B02B-AF931CAF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8545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8545E"/>
                </a:solidFill>
                <a:latin typeface="Arial"/>
                <a:ea typeface="Arial"/>
                <a:cs typeface="Arial"/>
              </a:rPr>
              <a:t>REALITY FUSION  /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B60ED-EFCA-4BBF-996A-5EB6EA6E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7907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2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C993E-7C82-47C7-B291-0FE4DAD8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AA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AA52"/>
                </a:solidFill>
                <a:latin typeface="Arial"/>
                <a:ea typeface="Arial"/>
                <a:cs typeface="Arial"/>
              </a:rPr>
              <a:t>EP1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ABB0F-39B7-4A49-A5EB-CDA0BCD8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Uncertainty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41AA7-A5B2-4A24-A8B8-0E53C96E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43250"/>
            <a:ext cx="17907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2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9FB19B-C40D-4786-9BED-6DF15A52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52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AA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AA52"/>
                </a:solidFill>
                <a:latin typeface="Arial"/>
                <a:ea typeface="Arial"/>
                <a:cs typeface="Arial"/>
              </a:rPr>
              <a:t>EP2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B2DE4-143E-45FD-8902-F3328F2F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909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Compassion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CF89FE-53C7-4958-AEB7-A8AB09A0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43250"/>
            <a:ext cx="17907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DC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DDE72-42C1-4129-8290-5BED76BA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52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AA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AA52"/>
                </a:solidFill>
                <a:latin typeface="Arial"/>
                <a:ea typeface="Arial"/>
                <a:cs typeface="Arial"/>
              </a:rPr>
              <a:t>EP3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917E8D-6248-4B0A-97C5-7163706A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909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Farewell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C83805-E0B8-42DB-A736-2F8765DF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17907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2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82458E-7DE7-46DB-A639-116B6C57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52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AA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AA52"/>
                </a:solidFill>
                <a:latin typeface="Arial"/>
                <a:ea typeface="Arial"/>
                <a:cs typeface="Arial"/>
              </a:rPr>
              <a:t>EP4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3F214B-D50D-4266-8C8A-024E6401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909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Recovery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6A91F7-68CD-4C34-B8CA-968A3401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43250"/>
            <a:ext cx="17907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2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C25BA0-82B1-4707-96ED-C3D42785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352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AA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AA52"/>
                </a:solidFill>
                <a:latin typeface="Arial"/>
                <a:ea typeface="Arial"/>
                <a:cs typeface="Arial"/>
              </a:rPr>
              <a:t>EP5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E9EDD1-DD8F-40C2-B823-541096DF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909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Shared authority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964F2E-FD40-4AB3-B4E9-BCE92A1E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854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8545E"/>
                </a:solidFill>
                <a:latin typeface="Arial"/>
                <a:ea typeface="Arial"/>
                <a:cs typeface="Arial"/>
              </a:rPr>
              <a:t>A teacher builds an AI. The AI survives him. The future refuses to make either of them unquestionable.</a:t>
            </a:r>
          </a:p>
        </p:txBody>
      </p:sp>
    </p:spTree>
    <p:extLst>
      <p:ext uri="{BB962C8B-B14F-4D97-AF65-F5344CB8AC3E}">
        <p14:creationId xmlns:p14="http://schemas.microsoft.com/office/powerpoint/2010/main" val="8418923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CAD4C-3FB6-4275-964D-2AB69792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AA5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8AA52"/>
                </a:solidFill>
                <a:latin typeface="Arial"/>
                <a:ea typeface="Arial"/>
                <a:cs typeface="Arial"/>
              </a:rPr>
              <a:t>THE WORLD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F1072-1401-4CB8-8C4C-D8F7CE45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121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Tactile, restrained,</a:t>
            </a:r>
          </a:p>
          <a:p xmlns:a="http://schemas.openxmlformats.org/drawingml/2006/main">
            <a:pPr algn="l"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and unmistakably Thai.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BE254-7A76-48D7-AD7A-3568952E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8545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545E"/>
                </a:solidFill>
                <a:latin typeface="Arial"/>
                <a:ea typeface="Arial"/>
                <a:cs typeface="Arial"/>
              </a:rPr>
              <a:t>Temple wood, rain, archives, low-power screens, and human hands repairing systems.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1C94B-625F-465A-8C23-CBED0DB3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8545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8545E"/>
                </a:solidFill>
                <a:latin typeface="Arial"/>
                <a:ea typeface="Arial"/>
                <a:cs typeface="Arial"/>
              </a:rPr>
              <a:t>REALITY FUSION  /  04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3031932dd43a1"/>
          <a:srcRect xmlns:a="http://schemas.openxmlformats.org/drawingml/2006/main" l="27049" t="0" r="270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457200"/>
            <a:ext cx="4381500" cy="5372100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DEC87-BCA5-4556-B53A-FD92E594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science fiction is not a spectacle pasted onto the story. It grows from the objects people already trust, touch, and preserve.</a:t>
            </a:r>
          </a:p>
        </p:txBody>
      </p:sp>
    </p:spTree>
    <p:extLst>
      <p:ext uri="{BB962C8B-B14F-4D97-AF65-F5344CB8AC3E}">
        <p14:creationId xmlns:p14="http://schemas.microsoft.com/office/powerpoint/2010/main" val="15865255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8F8580-515C-4C72-8379-96205E29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AA5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8AA52"/>
                </a:solidFill>
                <a:latin typeface="Arial"/>
                <a:ea typeface="Arial"/>
                <a:cs typeface="Arial"/>
              </a:rPr>
              <a:t>THE PEOPLE AT THE CENTER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B3D8A-9452-4862-80B5-A0EC39D2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121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No saviors.</a:t>
            </a:r>
          </a:p>
          <a:p xmlns:a="http://schemas.openxmlformats.org/drawingml/2006/main">
            <a:pPr algn="l"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Only people who can be questioned.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81A10-B88C-47E7-8291-879BDE0D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8545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8545E"/>
                </a:solidFill>
                <a:latin typeface="Arial"/>
                <a:ea typeface="Arial"/>
                <a:cs typeface="Arial"/>
              </a:rPr>
              <a:t>REALITY FUSION  /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0497F-FE13-4DB4-8BD2-98311C1A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143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5BBF3-572D-42D2-8057-998E9813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Khru Ba 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ACB81-9585-49C7-8C90-E8ACD21B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8545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8545E"/>
                </a:solidFill>
                <a:latin typeface="Arial"/>
                <a:ea typeface="Arial"/>
                <a:cs typeface="Arial"/>
              </a:rPr>
              <a:t>A monk and former developer who refuses to make himself permanent authority.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C149F-E6BC-416B-B331-A39FDFE8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28900"/>
            <a:ext cx="3143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826A2-6692-4DDA-912C-5947195D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146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NaMo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36E05-B96A-4BDB-81D5-275E0698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2425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8545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8545E"/>
                </a:solidFill>
                <a:latin typeface="Arial"/>
                <a:ea typeface="Arial"/>
                <a:cs typeface="Arial"/>
              </a:rPr>
              <a:t>An AI student learning to cite sources, protect privacy, and say “I do not know.”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AFB18-B3B5-41CA-BDEF-234730E4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28900"/>
            <a:ext cx="3143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125375-CBB3-42C8-A1D6-C99425FA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146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Mira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47FDE-294C-4B40-B636-95B9CB1E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2425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8545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8545E"/>
                </a:solidFill>
                <a:latin typeface="Arial"/>
                <a:ea typeface="Arial"/>
                <a:cs typeface="Arial"/>
              </a:rPr>
              <a:t>A child who will not accept the machine’s authority simply because it survives.</a:t>
            </a:r>
          </a:p>
        </p:txBody>
      </p:sp>
    </p:spTree>
    <p:extLst>
      <p:ext uri="{BB962C8B-B14F-4D97-AF65-F5344CB8AC3E}">
        <p14:creationId xmlns:p14="http://schemas.microsoft.com/office/powerpoint/2010/main" val="8411296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C344D-CE58-411D-A79C-4E52A0DC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D7A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9D7AF"/>
                </a:solidFill>
                <a:latin typeface="Arial"/>
                <a:ea typeface="Arial"/>
                <a:cs typeface="Arial"/>
              </a:rPr>
              <a:t>THE CENTRAL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5C5C9-77E1-4424-8E77-AEAD99DA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429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 original recording can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preserve what was said.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96340-7F96-4F2E-9614-5F695947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76450"/>
            <a:ext cx="428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C7D9D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7D9D2"/>
                </a:solidFill>
                <a:latin typeface="Arial"/>
                <a:ea typeface="Arial"/>
                <a:cs typeface="Arial"/>
              </a:rPr>
              <a:t>A generated response can make the dead appear to endorse words they never chose.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35A1E-DBA1-4B10-B062-353DAF2C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4F2C6-3BA2-4220-8D52-CBC960C4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1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Reality Fusion turns that ethical line into a dramatic pressure point — grief, institutional need, and technical temptation.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80941-E943-48AE-A1B7-569A0BB0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8545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8545E"/>
                </a:solidFill>
                <a:latin typeface="Arial"/>
                <a:ea typeface="Arial"/>
                <a:cs typeface="Arial"/>
              </a:rPr>
              <a:t>REALITY FUSION  /  06</a:t>
            </a:r>
          </a:p>
        </p:txBody>
      </p:sp>
    </p:spTree>
    <p:extLst>
      <p:ext uri="{BB962C8B-B14F-4D97-AF65-F5344CB8AC3E}">
        <p14:creationId xmlns:p14="http://schemas.microsoft.com/office/powerpoint/2010/main" val="14778991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3127AB-4113-4479-A080-54E584F9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AA5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8AA52"/>
                </a:solidFill>
                <a:latin typeface="Arial"/>
                <a:ea typeface="Arial"/>
                <a:cs typeface="Arial"/>
              </a:rPr>
              <a:t>WHY THIS STORY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2B911-5853-4768-A7FD-7FC6A6E2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121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Who gets to challenge</a:t>
            </a:r>
          </a:p>
          <a:p xmlns:a="http://schemas.openxmlformats.org/drawingml/2006/main">
            <a:pPr algn="l"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an answer that sounds certain?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CBF2F-2C6E-4BF8-AC03-E4E1E3FD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8545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8545E"/>
                </a:solidFill>
                <a:latin typeface="Arial"/>
                <a:ea typeface="Arial"/>
                <a:cs typeface="Arial"/>
              </a:rPr>
              <a:t>Generative systems increasingly mediate knowledge, identity, and memory.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2121E-5801-4173-8DA4-63EF014C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8545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8545E"/>
                </a:solidFill>
                <a:latin typeface="Arial"/>
                <a:ea typeface="Arial"/>
                <a:cs typeface="Arial"/>
              </a:rPr>
              <a:t>REALITY FUSION  / 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A0F7F-E59F-4788-92A2-01164CC1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8AA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8AA52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6C153-46C9-4DC7-A042-11850F86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Every answer has a traceable origin.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071F8-10A9-4478-8B07-483B47CE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71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8AA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8AA52"/>
                </a:solidFill>
                <a:latin typeface="Arial"/>
                <a:ea typeface="Arial"/>
                <a:cs typeface="Arial"/>
              </a:rPr>
              <a:t>Consent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C281A-0C18-4D36-A647-E0C30817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719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Private lives are not raw material for transparency.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528A33-11E7-46E9-8144-18FF6B87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86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8AA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8AA52"/>
                </a:solidFill>
                <a:latin typeface="Arial"/>
                <a:ea typeface="Arial"/>
                <a:cs typeface="Arial"/>
              </a:rPr>
              <a:t>Authority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B340C-E3C7-47C7-B3AF-F807A69C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863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No teacher, institution, or system is beyond correction.</a:t>
            </a:r>
          </a:p>
        </p:txBody>
      </p:sp>
    </p:spTree>
    <p:extLst>
      <p:ext uri="{BB962C8B-B14F-4D97-AF65-F5344CB8AC3E}">
        <p14:creationId xmlns:p14="http://schemas.microsoft.com/office/powerpoint/2010/main" val="3100840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F7660-ABE6-4231-8D18-DAFCF051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AA5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8AA52"/>
                </a:solidFill>
                <a:latin typeface="Arial"/>
                <a:ea typeface="Arial"/>
                <a:cs typeface="Arial"/>
              </a:rPr>
              <a:t>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78F56-8350-41DC-A148-0FCA84F3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121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Grounded speculative drama</a:t>
            </a:r>
          </a:p>
          <a:p xmlns:a="http://schemas.openxmlformats.org/drawingml/2006/main">
            <a:pPr algn="l">
              <a:defRPr sz="33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with a distinct moral engine.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CC35D-2B0A-4AAE-AF5F-5EF47FD9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8545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8545E"/>
                </a:solidFill>
                <a:latin typeface="Arial"/>
                <a:ea typeface="Arial"/>
                <a:cs typeface="Arial"/>
              </a:rPr>
              <a:t>REALITY FUSION  /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A2020-1A52-4650-A5FE-37FA4C9E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AA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AA5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7C38F-BF8E-46FA-8BF5-9BD0BD33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717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Thai Buddhist cultural foundation without mystical simplification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DB3C1-0380-4574-9167-D0BAB646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AA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AA5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1D161-2C3E-4E15-8A7E-33330380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575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AI ethics expressed through decisions, not lectures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89675-0134-4ED1-BA25-D124F260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AA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AA5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CB51C-ADD2-480F-AE72-B3745CF9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9433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Teacher–student bond rather than romance or creator worship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F4E00-623F-4D24-B847-CE6312C6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AA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AA5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D8559-5A79-4D7F-BAFC-FFCD2B19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291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 future built on distributed authority, not a single savior</a:t>
            </a:r>
          </a:p>
        </p:txBody>
      </p:sp>
    </p:spTree>
    <p:extLst>
      <p:ext uri="{BB962C8B-B14F-4D97-AF65-F5344CB8AC3E}">
        <p14:creationId xmlns:p14="http://schemas.microsoft.com/office/powerpoint/2010/main" val="16426911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68405-A39E-4EA8-86CD-E5D775E4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D7A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9D7AF"/>
                </a:solidFill>
                <a:latin typeface="Arial"/>
                <a:ea typeface="Arial"/>
                <a:cs typeface="Arial"/>
              </a:rPr>
              <a:t>REALITY FUSION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B7DAF-2E68-482C-B0E8-E744429B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future belongs to people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still willing to answer —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question.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47AE7-FC95-4623-9BB1-6979AFA4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7D9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7D9D2"/>
                </a:solidFill>
                <a:latin typeface="Arial"/>
                <a:ea typeface="Arial"/>
                <a:cs typeface="Arial"/>
              </a:rPr>
              <a:t>Created by Kanin Raksaraj (Khru Ba Ice)</a:t>
            </a:r>
          </a:p>
          <a:p xmlns:a="http://schemas.openxmlformats.org/drawingml/2006/main">
            <a:pPr algn="l">
              <a:defRPr sz="1425" b="0">
                <a:solidFill>
                  <a:srgbClr val="C7D9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7D9D2"/>
                </a:solidFill>
                <a:latin typeface="Arial"/>
                <a:ea typeface="Arial"/>
                <a:cs typeface="Arial"/>
              </a:rPr>
              <a:t>Rights and use subject to written authorization.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22BE6-D037-414D-8B3B-3C8D0598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7D9D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C7D9D2"/>
                </a:solidFill>
                <a:latin typeface="Arial"/>
                <a:ea typeface="Arial"/>
                <a:cs typeface="Arial"/>
              </a:rPr>
              <a:t>Pitch deck v1.0 · Internal buyer-facing draft</a:t>
            </a:r>
          </a:p>
        </p:txBody>
      </p:sp>
    </p:spTree>
    <p:extLst>
      <p:ext uri="{BB962C8B-B14F-4D97-AF65-F5344CB8AC3E}">
        <p14:creationId xmlns:p14="http://schemas.microsoft.com/office/powerpoint/2010/main" val="14451518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2026-08-06T13:48:11.9770000Z</dcterms:created>
  <dcterms:modified xsi:type="dcterms:W3CDTF">2026-08-06T13:48:11.9770000Z</dcterms:modified>
</coreProperties>
</file>